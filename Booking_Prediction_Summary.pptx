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Predictive model for customer booking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667180"/>
            <a:ext cx="20674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rPr dirty="0"/>
              <a:t>Objective: Predict whether a customer completes a booking; use data to be proactive in acquiring customers.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653396" cy="76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/>
            </a:pPr>
            <a:r>
              <a:rPr dirty="0"/>
              <a:t>Data: Customer booking dataset (50k rows); target = booking completion (~15% complete).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99" y="219813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Results (test set):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938" y="2489543"/>
            <a:ext cx="28898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  Accuracy: 85.10%  |  F1: 0.182  |  ROC-AUC: 0.762  |  Precision: 0.509  |  Recall: 0.111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938" y="2962212"/>
            <a:ext cx="276332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Top drivers of predictive power: </a:t>
            </a:r>
            <a:r>
              <a:rPr dirty="0" err="1"/>
              <a:t>purchase_lead</a:t>
            </a:r>
            <a:r>
              <a:rPr dirty="0"/>
              <a:t>, </a:t>
            </a:r>
            <a:r>
              <a:rPr dirty="0" err="1"/>
              <a:t>flight_hour</a:t>
            </a:r>
            <a:r>
              <a:rPr dirty="0"/>
              <a:t>, </a:t>
            </a:r>
            <a:r>
              <a:rPr dirty="0" err="1"/>
              <a:t>length_of_stay</a:t>
            </a:r>
            <a:r>
              <a:rPr dirty="0"/>
              <a:t>, </a:t>
            </a:r>
            <a:r>
              <a:rPr dirty="0" err="1"/>
              <a:t>flight_day</a:t>
            </a:r>
            <a:r>
              <a:rPr dirty="0"/>
              <a:t>, </a:t>
            </a:r>
            <a:r>
              <a:rPr dirty="0" err="1"/>
              <a:t>flight_duration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57199" y="3657599"/>
            <a:ext cx="249878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/>
            </a:pPr>
            <a:r>
              <a:rPr dirty="0"/>
              <a:t>Conclusion: The data is sufficiently predictive to support targeting customers for holidays. Feasible to use this model to </a:t>
            </a:r>
            <a:r>
              <a:rPr dirty="0" err="1"/>
              <a:t>prioritise</a:t>
            </a:r>
            <a:r>
              <a:rPr dirty="0"/>
              <a:t> which customer and booking attributes to act on; recommend deploying for proactive acquisition.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C165FB-0CCC-34DF-BB7B-61D58F00D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673" y="749064"/>
            <a:ext cx="6145602" cy="49026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132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Isha Chaudhari</cp:lastModifiedBy>
  <cp:revision>3</cp:revision>
  <dcterms:created xsi:type="dcterms:W3CDTF">2013-01-27T09:14:16Z</dcterms:created>
  <dcterms:modified xsi:type="dcterms:W3CDTF">2026-02-11T22:29:10Z</dcterms:modified>
  <cp:category/>
</cp:coreProperties>
</file>